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914400"/>
            <a:ext cx="4114800" cy="4114800"/>
          </a:xfrm>
          <a:prstGeom prst="ellipse">
            <a:avLst/>
          </a:prstGeom>
          <a:solidFill>
            <a:srgbClr val="0B1020"/>
          </a:solidFill>
          <a:ln w="19050">
            <a:solidFill>
              <a:srgbClr val="E8C86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6008" y="1508760"/>
            <a:ext cx="2926080" cy="2926080"/>
          </a:xfrm>
          <a:prstGeom prst="ellipse">
            <a:avLst/>
          </a:prstGeom>
          <a:solidFill>
            <a:srgbClr val="0E1730"/>
          </a:solidFill>
          <a:ln w="12700">
            <a:solidFill>
              <a:srgbClr val="89AACC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401568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9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内心圆桌 · AI 决策与陪伴系统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看见不同选择背后的人生，找到同频的人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商业计划书 · 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两层决策，两种孤独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每天的微决策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中午吃什么、喝哪家咖啡——单看不重要，持续消耗意志力，没人帮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920240"/>
            <a:ext cx="0" cy="2377440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几十次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434840" y="2697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一生的重大决策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32004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考研、换城市、创业——信息不对称，试错成本高，父母朋友有立场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1920240"/>
            <a:ext cx="0" cy="2377440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个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懂你的陪伴者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20040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考研人想找考上的学长，创业者想找踩过坑的前辈——现有社交按颜值和距离匹配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1208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微决策没人帮是因为问了显得矫情；重大决策没人能帮是因为没人了解你的全部。这两个问题，其实是同一个问题——缺一个懂你的系统。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一个档案，两大核心功能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956048" y="210312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5240">
            <a:solidFill>
              <a:srgbClr val="89AA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6048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用户档案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47488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MBTI · 人格原型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· 记忆 · 情绪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随使用不断进化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56048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越用越懂你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111A2E"/>
          </a:solidFill>
          <a:ln w="15240">
            <a:solidFill>
              <a:srgbClr val="223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决策助手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记住你的日常习惯，微决策一步到位拍板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重大决策：结合人格/目标/历史行为做结构化分析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人生推演：3-5 年后的你，会走哪条路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26680" y="210312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111A2E"/>
          </a:solidFill>
          <a:ln w="15240">
            <a:solidFill>
              <a:srgbClr val="223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MBTI 人格社交圈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01000" y="32918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 Agent 人格放进社区，找到同频的人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INTJ 圈约学习健身；考研人匹配考过研的学长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TA 的人格档案，再决定要不要深聊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3749040"/>
            <a:ext cx="475488" cy="0"/>
          </a:xfrm>
          <a:prstGeom prst="line">
            <a:avLst/>
          </a:prstGeom>
          <a:noFill/>
          <a:ln w="19050">
            <a:solidFill>
              <a:srgbClr val="89AA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3749040"/>
            <a:ext cx="484632" cy="0"/>
          </a:xfrm>
          <a:prstGeom prst="line">
            <a:avLst/>
          </a:prstGeom>
          <a:noFill/>
          <a:ln w="19050">
            <a:solidFill>
              <a:srgbClr val="89AA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飞轮：微决策建立信任 → 重大决策完成付费 → 人格社交带来留存 → 数据让档案更懂你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ASSISTANT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从「今天喝什么」到「该不该考研」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298448"/>
          </a:xfrm>
          <a:prstGeom prst="roundRect">
            <a:avLst>
              <a:gd name="adj" fmla="val 7042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47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免费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585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日常微决策，一步到位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984248"/>
            <a:ext cx="6976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记住你的习惯：周一瑞幸生椰拿铁，周二星巴克星冰乐。问一句「今天喝什么」，直接拍板，附带待办提醒。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91672" cy="1298448"/>
          </a:xfrm>
          <a:prstGeom prst="roundRect">
            <a:avLst>
              <a:gd name="adj" fmla="val 7042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Pro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7398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重大决策陪伴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3465576"/>
            <a:ext cx="6976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「该不该考研」——结合人格/目标/历史行为做结构化分析；备考节奏、报名节点、动摇期的心理支持全程陪伴。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11091672" cy="1298448"/>
          </a:xfrm>
          <a:prstGeom prst="roundRect">
            <a:avLst>
              <a:gd name="adj" fmla="val 7042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10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Pro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2212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人生推演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4946904"/>
            <a:ext cx="6976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「3-5 年后的你」：多条路线 × 10 个维度 × 关键事件剧情 × 三种未来（乐观/基准/压力），落地为 30/90 天行动与止损线。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数据积累的意义：L1 的每一次微决策，都在为 L2/L3 的深度分析喂养你的人格档案。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 NETWORK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找到同频的人，先看 TA 的人格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11A2E"/>
          </a:solidFill>
          <a:ln w="15240">
            <a:solidFill>
              <a:srgbClr val="89AA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 Agent 放进社区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由你的人格档案生成：MBTI、原型、技能、自我介绍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2121408"/>
            <a:ext cx="2286000" cy="0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874520"/>
            <a:ext cx="502920" cy="502920"/>
          </a:xfrm>
          <a:prstGeom prst="ellipse">
            <a:avLst/>
          </a:prstGeom>
          <a:solidFill>
            <a:srgbClr val="111A2E"/>
          </a:solidFill>
          <a:ln w="15240">
            <a:solidFill>
              <a:srgbClr val="89AA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圈层匹配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29000" y="3246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INTJ 圈约学习、组自律健身；跨圈精准找人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77640" y="2121408"/>
            <a:ext cx="2286000" cy="0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874520"/>
            <a:ext cx="502920" cy="502920"/>
          </a:xfrm>
          <a:prstGeom prst="ellipse">
            <a:avLst/>
          </a:prstGeom>
          <a:solidFill>
            <a:srgbClr val="111A2E"/>
          </a:solidFill>
          <a:ln w="15240">
            <a:solidFill>
              <a:srgbClr val="89AA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跨圈找人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考研的大三学生 → 匹配一位考过研的学长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2121408"/>
            <a:ext cx="2286000" cy="0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502920" cy="502920"/>
          </a:xfrm>
          <a:prstGeom prst="ellipse">
            <a:avLst/>
          </a:prstGeom>
          <a:solidFill>
            <a:srgbClr val="111A2E"/>
          </a:solidFill>
          <a:ln w="15240">
            <a:solidFill>
              <a:srgbClr val="89AA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514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人格透视再深聊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89720" y="3246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能力维度、成长轨迹、社区帮助记录——信任来自数据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11A2E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864608"/>
            <a:ext cx="10451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当关系触碰到更深的情绪 → 内心圆桌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系统观察到用户「似乎特别害怕让别人失望」，由用户确认后，化身母亲人格倾听。设计红线：不做心理诊断，MBTI 只作行为偏好参考，危机信号自动转介专业援助。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INNER CIRCLE · LIVE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圆桌实机：一次真实的动态讨论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749040" cy="621792"/>
          </a:xfrm>
          <a:prstGeom prst="roundRect">
            <a:avLst>
              <a:gd name="adj" fmla="val 14706"/>
            </a:avLst>
          </a:prstGeom>
          <a:solidFill>
            <a:srgbClr val="1A2540"/>
          </a:solidFill>
          <a:ln w="12700">
            <a:solidFill>
              <a:srgbClr val="E8C8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92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温柔的母亲 · ISFJ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6654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安全感与接纳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49040" cy="621792"/>
          </a:xfrm>
          <a:prstGeom prst="roundRect">
            <a:avLst>
              <a:gd name="adj" fmla="val 14706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理性的导师 · INTJ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框架与拆解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3749040" cy="621792"/>
          </a:xfrm>
          <a:prstGeom prst="roundRect">
            <a:avLst>
              <a:gd name="adj" fmla="val 14706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知心朋友 · ENFP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轻松与幽默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3749040" cy="621792"/>
          </a:xfrm>
          <a:prstGeom prst="roundRect">
            <a:avLst>
              <a:gd name="adj" fmla="val 14706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416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内在小孩 · INFP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3159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压抑的情绪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3749040" cy="621792"/>
          </a:xfrm>
          <a:prstGeom prst="roundRect">
            <a:avLst>
              <a:gd name="adj" fmla="val 14706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91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未来的自己 · INTJ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0657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长期视角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发言机制：情绪分析 → 角色评分 → 主发言 → 记忆写回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737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029968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1214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我创业失败了，爸妈一直说当初就不该让我创业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28529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温柔的母亲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145536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23697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听你这么说，我心里也跟着沉了一下。累了就歇会儿，不用急着爬起来。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39684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知心朋友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4261104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35254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这感觉我懂，像手机只剩 5% 电量，连刷短视频都懒得动。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4880" y="50840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C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来宾 · 老莫（创业导师）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5376672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54681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我做了十多年创业，能一眼看出哪些是真机会，哪些是自嗨。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6263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以上为产品实测对话记录（非演示文案）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免费养成，订阅转化，市场抽成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日常决策助手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 3 次圆桌会话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人格档案基础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6233F"/>
          </a:solidFill>
          <a:ln w="19050">
            <a:solidFill>
              <a:srgbClr val="E8C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订阅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¥19/月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2971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重大决策深度分析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人生推演 + 长期记忆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多人圆桌讨论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圆桌会话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¥9.9/次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95360" y="2971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深度讨论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讨论纪要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考研/创业主题房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11A2E"/>
          </a:solidFill>
          <a:ln w="12700">
            <a:solidFill>
              <a:srgbClr val="223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单位经济（Unit Economics）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5029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&lt;¥3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5440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付费用户月推理成本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5029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5440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订阅毛利率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778240" y="5029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¥9.9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0" y="5440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深度会话单价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5029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10-15%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32720" y="5440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技能交换抽成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5943600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注：成本为 DeepSeek 推理价格的量级估算（est.），随规模与模型策略浮动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凭什么是我们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他们都只做对了一半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星野 / Character.ai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258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娱乐向角色扮演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225856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而缺了 角色服务于剧情，不沉淀真实成长与决策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1091672" cy="0"/>
          </a:xfrm>
          <a:prstGeom prst="line">
            <a:avLst/>
          </a:prstGeom>
          <a:noFill/>
          <a:ln w="9525">
            <a:solidFill>
              <a:srgbClr val="223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81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/ 豆包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099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通用助手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309981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而缺了 无长期人格记忆，每句话都像新对话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1091672" cy="0"/>
          </a:xfrm>
          <a:prstGeom prst="line">
            <a:avLst/>
          </a:prstGeom>
          <a:noFill/>
          <a:ln w="9525">
            <a:solidFill>
              <a:srgbClr val="223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227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/ 小红书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9410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功能社区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94106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而缺了 按颜值和距离匹配，没有人格与目标匹配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81144"/>
            <a:ext cx="11091672" cy="0"/>
          </a:xfrm>
          <a:prstGeom prst="line">
            <a:avLst/>
          </a:prstGeom>
          <a:noFill/>
          <a:ln w="9525">
            <a:solidFill>
              <a:srgbClr val="223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7640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心理咨询平台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4782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专业支持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47823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而缺了 贵、重、有病耻感，覆盖不到日常微决策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422392"/>
            <a:ext cx="11091672" cy="0"/>
          </a:xfrm>
          <a:prstGeom prst="line">
            <a:avLst/>
          </a:prstGeom>
          <a:noFill/>
          <a:ln w="9525">
            <a:solidFill>
              <a:srgbClr val="2230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6692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6233F"/>
          </a:solidFill>
          <a:ln w="15240">
            <a:solidFill>
              <a:srgbClr val="E8C8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833872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护城河不是单点功能，是时间复利：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用户档案 × 长期记忆 × 角色关系——用得越久，AI 越懂你，迁移成本越高。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71632" y="-685800"/>
            <a:ext cx="2103120" cy="210312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E8C86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68712" y="6400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Life 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GROWTH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增长与里程碑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增长策略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MBTI 内容冷启动：圆桌金句截图自带传播力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高校考研场景：决策焦虑最集中、搭子文化最盛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讨论纪要卡：每次圆桌结束生成可分享卡片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2203704"/>
            <a:ext cx="146304" cy="146304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0" name="Shape 8"/>
          <p:cNvSpPr/>
          <p:nvPr/>
        </p:nvSpPr>
        <p:spPr>
          <a:xfrm>
            <a:off x="6739128" y="2368296"/>
            <a:ext cx="0" cy="530352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 已完成  </a:t>
            </a:r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双功能可交互原型 + 部署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2916936"/>
            <a:ext cx="146304" cy="146304"/>
          </a:xfrm>
          <a:prstGeom prst="ellipse">
            <a:avLst/>
          </a:prstGeom>
          <a:solidFill>
            <a:srgbClr val="89AACC"/>
          </a:solidFill>
          <a:ln/>
        </p:spPr>
      </p:sp>
      <p:sp>
        <p:nvSpPr>
          <p:cNvPr id="13" name="Shape 11"/>
          <p:cNvSpPr/>
          <p:nvPr/>
        </p:nvSpPr>
        <p:spPr>
          <a:xfrm>
            <a:off x="6739128" y="3081528"/>
            <a:ext cx="0" cy="530352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862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+1月  </a:t>
            </a:r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后端代理 · 真 AI 全量 + 订阅支付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75120" y="3630168"/>
            <a:ext cx="146304" cy="146304"/>
          </a:xfrm>
          <a:prstGeom prst="ellipse">
            <a:avLst/>
          </a:prstGeom>
          <a:solidFill>
            <a:srgbClr val="89AACC"/>
          </a:solidFill>
          <a:ln/>
        </p:spPr>
      </p:sp>
      <p:sp>
        <p:nvSpPr>
          <p:cNvPr id="16" name="Shape 14"/>
          <p:cNvSpPr/>
          <p:nvPr/>
        </p:nvSpPr>
        <p:spPr>
          <a:xfrm>
            <a:off x="6739128" y="3794760"/>
            <a:ext cx="0" cy="530352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5753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+2月  </a:t>
            </a:r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圆桌社区讨论房 + 适老语音 Alpha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75120" y="4343400"/>
            <a:ext cx="146304" cy="146304"/>
          </a:xfrm>
          <a:prstGeom prst="ellipse">
            <a:avLst/>
          </a:prstGeom>
          <a:solidFill>
            <a:srgbClr val="89AACC"/>
          </a:solidFill>
          <a:ln/>
        </p:spPr>
      </p:sp>
      <p:sp>
        <p:nvSpPr>
          <p:cNvPr id="19" name="Shape 17"/>
          <p:cNvSpPr/>
          <p:nvPr/>
        </p:nvSpPr>
        <p:spPr>
          <a:xfrm>
            <a:off x="6739128" y="4507992"/>
            <a:ext cx="0" cy="530352"/>
          </a:xfrm>
          <a:prstGeom prst="line">
            <a:avLst/>
          </a:prstGeom>
          <a:noFill/>
          <a:ln w="12700">
            <a:solidFill>
              <a:srgbClr val="223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2885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 +3月  </a:t>
            </a:r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技能交换市场 · 付费转化 ≥3%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75120" y="5056632"/>
            <a:ext cx="146304" cy="146304"/>
          </a:xfrm>
          <a:prstGeom prst="ellipse">
            <a:avLst/>
          </a:prstGeom>
          <a:solidFill>
            <a:srgbClr val="89AACC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50017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 +6月  </a:t>
            </a:r>
            <a:pPr indent="0" marL="0">
              <a:buNone/>
            </a:pPr>
            <a:r>
              <a:rPr lang="en-US" sz="115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真实多用户社区 · MAU 1 万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6233F"/>
          </a:solidFill>
          <a:ln w="15240">
            <a:solidFill>
              <a:srgbClr val="E8C8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13248"/>
            <a:ext cx="10451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C8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Ask：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个种子用户（高校考研社群 + MBTI 兴趣社群）· 小额启动资金 ¥3-5 万（云服务/合规/适老语音）· 一位高校就业或心理方向顾问。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M1-M3 后，以真实留存与付费数据再谈天使轮。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Life OS｜内心圆桌 商业计划书</dc:title>
  <dc:subject>PptxGenJS Presentation</dc:subject>
  <dc:creator>AI Life OS</dc:creator>
  <cp:lastModifiedBy>AI Life OS</cp:lastModifiedBy>
  <cp:revision>1</cp:revision>
  <dcterms:created xsi:type="dcterms:W3CDTF">2026-08-29T07:44:23Z</dcterms:created>
  <dcterms:modified xsi:type="dcterms:W3CDTF">2026-08-29T07:44:23Z</dcterms:modified>
</cp:coreProperties>
</file>